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政策提言プラットフォーム ── 提言006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NHKの解体・分社化による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受信料大幅引き下げと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国家映像戦略への転換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3657600"/>
            <a:ext cx="77724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市民による政策提言プラットフォーム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法的義務に守られた組織の末路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4475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280160" y="1508760"/>
            <a:ext cx="13716" cy="640080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44475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肥大化した業務範囲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79222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ニュースから紅白・バラエティ・スポーツ・研究まで、民間代替可能な事業を受信料で全方位展開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4203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280160" y="2606040"/>
            <a:ext cx="13716" cy="640080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54203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競争なき高給与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88950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職員平均1,100万円。地方民放局を含む業界中央値（700〜750万円）から大きくかけ離れた年功序列体系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63931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280160" y="3703320"/>
            <a:ext cx="13716" cy="640080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63931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義務なのに徴収コスト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98678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支払い義務があるにもかかわらず、督促・訪問・コールセンターに年間500〜600億円を費やす構造的矛盾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NHKの現状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819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5,900億円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受信料収入（年間）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819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1,100万円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22585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職員平均給与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5819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500〜600億円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17920" y="22585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営業・徴収コスト（年間）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2278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250〜280億円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39044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技研（放送技術研究所）予算（年間）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0632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32278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月額 1,225円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83280" y="39044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受信料・地上契約（2024年度）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0632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2278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月額 2,034円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17920" y="39044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受信料・衛星BS契約（2024年度）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改革の4つの柱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0020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02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230428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分社化と公共特化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980944"/>
            <a:ext cx="1280160" cy="10973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54096"/>
            <a:ext cx="1737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エンタメ・スポーツを切り離し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ニュース・教育・災害に集中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41732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60020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6002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70048" y="230428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人件費の適正化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80360" y="2980944"/>
            <a:ext cx="1280160" cy="10973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3054096"/>
            <a:ext cx="1737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業界中央値（700〜750万円）に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放送法・省令で上限を義務化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66360" y="160020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6002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73168" y="230428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技研の大学移管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2980944"/>
            <a:ext cx="1280160" cy="10973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054096"/>
            <a:ext cx="1737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受信料による研究を廃止し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国立大学でオープン化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41732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69480" y="160020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16002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76288" y="230428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営業費ゼロへ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86600" y="2980944"/>
            <a:ext cx="1280160" cy="10973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054096"/>
            <a:ext cx="1737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インフラ決済に統合し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徴収コストを完全撤廃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PILLAR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分社化とNHK本体の公共特化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2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CEBEB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81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廃止する業務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バラエティ・クイズ・トーク・商業ドラマ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民間代替可能なスポーツ中継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NHKオンデマンドの商業的コンテンツ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過剰な国際展開（NHKワールド一部）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53312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E9EFF8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F9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公共インフラとして存続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国内・国際ニュース報道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災害報道・緊急警報システム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選挙特番・国会中継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教育番組（Eテレ核心部分）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気象情報の公共放送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PILLAR 01 — DETAIL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文化的価値として維持する2コンテンツ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エンタメを廃止する中で、この2つだけは公共性の根拠をもって残す。ただし、条件付きで。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82296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9202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紅白歌合戦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190195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維持の根拠：日本の音楽文化・歴史の継承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228600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条件：「純国産」構成に原点回帰。視聴率・海外タレント依存の演出を廃止し、制作費を大幅削減。日本の音楽業界の健全な発展と歴史継承のための場として再定義。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82296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34747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74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大河ドラマ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345643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維持の根拠：歴史教育・文化的アーカイブとしての公共性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384048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条件：教育的観点を軸に制作規模を適正化。商業的な視聴率競争や豪華キャスト優先の方針を廃し、歴史の正確な描写と教育価値を主軸に制作。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PILLAR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人件費を「テレビ業界の中央値」へ連動・適正化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813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現行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 1,100万円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25420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民放大手平均の1.3〜1.5倍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87121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年功序列で自動到達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2468880"/>
            <a:ext cx="1005840" cy="13716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212080" y="13716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E9EFF8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14813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目標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8470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F9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 700〜750万円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25420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全国テレビ業界・全職種中央値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287121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放送法または省令で義務化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厚労省統計に自動連動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93192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削減効果：約350〜450億円／年　　※地方の小規模局（山口・青森・岩手等）を含む業界全体の実態に連動させることで、「公共放送だから高くていい」という論理を構造的に封じる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PILLAR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技研（放送技術研究所）の廃止と国立大学への移管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年間250〜280億円の受信料を投じながら、研究成果をNHK内部に囲い込む。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国民全員が負担する受信料で生まれた技術が、民間に非公開である。この構造は根本的に正当化できない。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CEBEB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212848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NHK技研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（現行）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944368"/>
            <a:ext cx="1645920" cy="10973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年間250〜280億円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受信料から拠出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成果は非公開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35808" y="292608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383280" y="2084832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93008" y="2212848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廃止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94760" y="2944368"/>
            <a:ext cx="1645920" cy="10973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受信料からの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支出をゼロに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70448" y="292608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17920" y="2084832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E9EFF8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27648" y="2212848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国立大学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3〜4校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29400" y="2944368"/>
            <a:ext cx="1645920" cy="10973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東大・東工大等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科学技術振興費で継続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成果はオープン化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PILLAR 03 — DETAIL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オープン化が生む国家映像戦略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移管後の研究成果は、日本のすべての民間放送局・配信事業者・クリエイターへオープンライセンスで提供する。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オープン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ライセンス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" y="1828800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民間放送局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108960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配信事業者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8288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56832" y="1828800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映像クリエイター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1089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6832" y="3108960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スタートアップ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目的：NHKが囲い込んでいた技術インフラを解放し、日本のコンテンツ産業全体がNetflix・海外メディアと対等に戦えるプラットフォームを国主導で整備する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PILLAR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営業費の完全撤廃とインフラ決済への移行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「法的義務がある」のに、なぜ500〜600億円かけて督促・訪問・コールセンターを運営するのか。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気象庁・消防庁・国立国会図書館は徴収業務に1円もかけない。NHKだけが例外である理由はない。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2860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860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Option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26771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電気料金への上乗せ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267004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既存インフラ（電力会社の決済システム）を活用。新規システム開発コストを最小化し、月額600円を電気代と同時徴収。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370332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Option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368503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マイナンバー紐づけ一元徴収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57400" y="408736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住民税・社会保険料等との一元徴収へ移行。マイナポータルを通じた自動決済。「デジタル公共アカウント」として世帯単位に統合。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いずれの場合も NHK独自の徴収業務はゼロ　　削減効果：約500億円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PILLAR 04 — DETAIL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「住居単位」から「世帯アカウント単位」へ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CEBEB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現行の問題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住居ごとに契約＝二重払い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単身赴任で自宅＋赴任先に課金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学生の別居でも別途契約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スマホ・PCは別途扱い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37160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E9EFF8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508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F9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改革後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4920" y="201168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1世帯＝1つのデジタル公共アカウント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単身赴任先でも追加料金なし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家族全員が同一アカウントで利用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スマホ・PCも同一アカウントで視聴可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FINANCE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財政削減効果：▲約2,500億円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904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営業・徴収費の完全廃止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1490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▲500億円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NHK独自の徴収業務を電気料金等に統合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2951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人件費の業界中央値連動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22951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▲450億円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6243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平均1,100万円→700〜750万円（放送法義務化）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998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番組制作費の公共特化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3099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▲1,300億円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エンタメ・スポーツを分社化または民間移管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9044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技研の大学移管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9044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▲250億円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42336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875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受信料からの支出をゼロに（国費に付け替え）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681728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削減総額　▲約2,500億円　（受信料収入5,900億円の約42%をカット）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NEW PRICING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受信料シミュレーション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4475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5,900億円（現行収入）　−　2,500億円（削減）　＝　3,400億円（必要維持費）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114800" cy="2560320"/>
          </a:xfrm>
          <a:prstGeom prst="roundRect">
            <a:avLst>
              <a:gd name="adj" fmla="val 2857"/>
            </a:avLst>
          </a:prstGeom>
          <a:solidFill>
            <a:srgbClr val="FCEBEB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774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地上契約：月額 1,225円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衛星BS契約：月額 2,034円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年額：14,700〜24,408円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単位：住居ごと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2240280"/>
            <a:ext cx="4114800" cy="2560320"/>
          </a:xfrm>
          <a:prstGeom prst="roundRect">
            <a:avLst>
              <a:gd name="adj" fmla="val 2857"/>
            </a:avLst>
          </a:prstGeom>
          <a:solidFill>
            <a:srgbClr val="E9EFF8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23774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改革後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28346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一律ワンプラン：月額 600円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BS区分：廃止・統合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年額：7,200円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単位：世帯アカウント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457200" y="4773168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現行の約3分の1　月額600円（ワンコイン＋税）　世帯アカウント単位での完全統合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KEY QUESTION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「国費化」はなぜ今まで阻まれてきたか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" cy="109728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4475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「時の政権が予算を握ることで、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報道の独立性が損なわれる」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この懸念は正当である。国営放送化は、報道の自由の観点から絶対に避けなければならない。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では、なぜ「今なら可能」なのか。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84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答えは「スリム化の順序」にある。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KEY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スリム化して初めて、国費化の大義名分が立つ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CEBEB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508760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現在のNHK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249424"/>
            <a:ext cx="1920240" cy="10973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40864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エンタメ・スポーツ・研究・商業サービスを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抱えた「巨大メディア企業」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27248" y="23774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64992" y="13716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9EFF8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508760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F9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提言006後のNHK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30752" y="2249424"/>
            <a:ext cx="1920240" cy="10973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340864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ニュース・災害・教育に特化した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純粋な「報道インフラ」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3774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72784" y="13716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9EFF8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82512" y="1508760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F9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気象庁・消防庁と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D4F9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同じカテゴリ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38544" y="2249424"/>
            <a:ext cx="1920240" cy="10973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340864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インフラ維持費は国費で。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編集権の独立は放送法で明文化。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462686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本提言が求めるのは「NHKを政府の広報機関にせよ」ではない。「報道インフラの維持費を、受信料という非効率な私的徴収から、税という効率的な公的調達へ移行せよ」である。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REMAINING ISSUES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前提条件・今後の検討課題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904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分社化された「エンタメNHK」の株式・資産の帰属と処分方法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92040" y="14173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4904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技研の人材・知的財産（特許等）の大学移管における法的整理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29514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電気料金上乗せ vs マイナンバー一元徴収の選択における公平性の検証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222199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29514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「デジタル公共アカウント」の設計・セキュリティ・運用主体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9981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受信料廃止後の放送法改正における「編集権の独立」の明文化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302666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309981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BS廃止統合に伴う衛星帯域の利用・返還ルール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移行期間（既存職員・契約・番組の段階的整理）の設計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161D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REBOOT JAPAN ── 提言006　まとめ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月額600円。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それが、義務に見合った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公共放送の価格である。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7772400" cy="13716"/>
          </a:xfrm>
          <a:prstGeom prst="rect">
            <a:avLst/>
          </a:prstGeom>
          <a:solidFill>
            <a:srgbClr val="DDE0E6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337560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① 公共インフラに特化：エンタメ・スポーツを分社化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② 人件費を業界中央値へ：放送法・省令で義務化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③ 技研を廃止・大学へ移管：成果はオープン化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2F36"/>
                </a:solidFill>
                <a:latin typeface="Arial" pitchFamily="34" charset="0"/>
                <a:ea typeface="BIZ UDPGothic" pitchFamily="34" charset="-122"/>
                <a:cs typeface="BIZ UDPGothic" pitchFamily="34" charset="-120"/>
              </a:rPr>
              <a:t>④ 営業費ゼロ：インフラ決済で一括徴収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提言006：NHKの解体・分社化による受信料大幅引き下げと国家映像戦略への転換</dc:title>
  <dc:subject>PptxGenJS Presentation</dc:subject>
  <dc:creator>PptxGenJS</dc:creator>
  <cp:lastModifiedBy>PptxGenJS</cp:lastModifiedBy>
  <cp:revision>1</cp:revision>
  <dcterms:created xsi:type="dcterms:W3CDTF">2026-06-23T13:11:24Z</dcterms:created>
  <dcterms:modified xsi:type="dcterms:W3CDTF">2026-06-23T13:11:24Z</dcterms:modified>
</cp:coreProperties>
</file>