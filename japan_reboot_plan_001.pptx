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REBOOT </a:t>
            </a:r>
            <a:pPr indent="0" marL="0">
              <a:buNone/>
            </a:pPr>
            <a:r>
              <a:rPr lang="en-US" sz="1400" b="1" spc="4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JAPAN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政策提言プラットフォーム ── 提言001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日本再起動（REBOOT）プラン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頑張る人が100%報われる社会へ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高校生にもわかる解説スライド（全22枚）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0" y="411480"/>
            <a:ext cx="1188720" cy="11887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8" name="Image 0" descr="icons/handshake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0493" y="696773"/>
            <a:ext cx="618134" cy="6181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はじめに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このプランの4つの柱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6" name="Image 0" descr="icons/mon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8909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7335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最低賃金を時給2,000円に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4048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フルタイムで働く人の収入を、社会の「ふつうの水準（中央値）」に揃える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50876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737360"/>
            <a:ext cx="640080" cy="6400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1" name="Image 1" descr="icons/perce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659" y="18909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67335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税金をフラットに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37760" y="24048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累進課税をやめて一律の税率に。消費税は10%→15%へ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3474720"/>
            <a:ext cx="640080" cy="6400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6" name="Image 2" descr="icons/hom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36283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4107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生活保護・年金・失業給付を再設計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960" y="41422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働くと得になる仕組みに変えつつ、困っている人はしっかり支える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32461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3474720"/>
            <a:ext cx="640080" cy="6400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21" name="Image 3" descr="icons/heartbea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5659" y="362833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4107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医療費の負担を所得で連続的に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937760" y="41422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「生活保護かどうか」ではなく、所得に応じて医療費の負担率を決める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 / 22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発想の原点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「累進課税」って、実は変じゃない？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「収入が多い人ほど税率が高くなる」累進課税は、頑張って収入を増やした人ほど重い税負担を課す仕組み。一見公平に見えるが、実際のデータを見ると、不思議な事実が見えてくる。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8046720" cy="1371600"/>
          </a:xfrm>
          <a:prstGeom prst="roundRect">
            <a:avLst>
              <a:gd name="adj" fmla="val 5333"/>
            </a:avLst>
          </a:prstGeom>
          <a:solidFill>
            <a:srgbClr val="D62828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0632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「頑張った人ほど罰される」税の仕組みなのに、実は国の財源としての効果は意外と小さい──このギャップこそが、このプラン全体の出発点。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 / 22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発想の原点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データで見る実態（2024年度・国税庁）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年間給与800万円を超える人は、給与所得者全体のうち、ごくわずか。しかし、その人たちが負担している所得税の割合は、とても大きい。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年収800万円超の人の割合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11.7%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給与所得者全体のうち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260604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その人たちが負担する所得税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31546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58.4%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937760" y="4160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所得税額全体のうち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60520" y="3383280"/>
            <a:ext cx="457200" cy="4572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14" name="Image 0" descr="icons/arrow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0248" y="3493008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 / 22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発想の原点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「ふつうの収入」の所得税は、意外と軽い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日本の年収の中央値は約380万円。この「ふつうの収入」の人の所得税を計算すると、収入に対する実際の負担率（実効税率）は、わずか2.0%にしかならない。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88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年収中央値の実効税率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約 2.0%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（年収380万円・課税所得 約155万円）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65176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D62828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834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税をフラット化しても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3200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減収は約 -7.3兆円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92040" y="38404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DAD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想定していた「-6.5兆円」とほぼ一致。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DAD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フラット税は新たな負担ではなく、想定済みのコスト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 / 22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柱① 最低賃金改革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最低賃金を時給2,000円に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現在の最低賃金から、全国どこでも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時給2,000円相当へ引き上げる。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物価が変わったら、自動で増減する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「インフレ連動」の仕組みも導入する。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D62828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9319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利益が出せず最低賃金を払えない「ゾンビ企業」は自然に淘汰され、人材が優良企業に集まる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0" y="160020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920240"/>
            <a:ext cx="822960" cy="82296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9" name="Image 0" descr="icons/coin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1190" y="2117750"/>
            <a:ext cx="427939" cy="42793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20640" y="2880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新しい最低賃金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120640" y="31546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時給</a:t>
            </a:r>
            <a:endParaRPr lang="en-US" sz="3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2,000円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5120640" y="4206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＝ インフレ連動で自動調整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 / 22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柱① 最低賃金改革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「2,000円」は、偶然じゃない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時給2,000円でフルタイムで働いた場合の年収を計算してみると、驚くべき一致が見えてくる。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7498080" cy="1188720"/>
          </a:xfrm>
          <a:prstGeom prst="roundRect">
            <a:avLst>
              <a:gd name="adj" fmla="val 6154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2,000円 × 8時間 × 20日 × 12ヶ月 ＝ 384万円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206240" y="3657600"/>
            <a:ext cx="457200" cy="4572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8" name="Image 0" descr="icons/arrow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5968" y="3767328"/>
            <a:ext cx="237744" cy="2377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4251960"/>
            <a:ext cx="7498080" cy="640080"/>
          </a:xfrm>
          <a:prstGeom prst="roundRect">
            <a:avLst>
              <a:gd name="adj" fmla="val 11429"/>
            </a:avLst>
          </a:prstGeom>
          <a:solidFill>
            <a:srgbClr val="D62828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2519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年収中央値（約380万円）と、ほぼ一致 ── 最低賃金2,000円は「全員を社会のふつうの水準に揃える」という意味を持つ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 / 22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柱② 税制改革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税金のルールを、シンプルにする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所得税・住民税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これまで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累進課税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（収入が多いほど税率UP）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3383280" cy="0"/>
          </a:xfrm>
          <a:prstGeom prst="line">
            <a:avLst/>
          </a:prstGeom>
          <a:noFill/>
          <a:ln w="1270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566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これから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一律のフラット税率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64592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消費税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これまで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697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3429000"/>
            <a:ext cx="3383280" cy="0"/>
          </a:xfrm>
          <a:prstGeom prst="line">
            <a:avLst/>
          </a:prstGeom>
          <a:noFill/>
          <a:ln w="12700">
            <a:solidFill>
              <a:srgbClr val="2E2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566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これから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886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15%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 / 22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柱② 税制改革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「控除」もフラットにする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会社員の「給与所得控除」は、仕事に必要な経費（通勤・スーツなど）のみなし計算。年収400万円の人も800万円の人も、仕事に最低限必要なものはほぼ同じ。差はブランドや好みであり、「個人の消費」であって「仕事の経費」ではない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8046720" cy="1554480"/>
          </a:xfrm>
          <a:prstGeom prst="roundRect">
            <a:avLst>
              <a:gd name="adj" fmla="val 4706"/>
            </a:avLst>
          </a:prstGeom>
          <a:solidFill>
            <a:srgbClr val="D62828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7180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給与所得控除も基礎控除と同じく「フラット（一律の固定額）」にすべき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基礎控除は「生活保護水準」と直結させる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 / 22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柱② 税制改革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フラット控除（120万円）の効果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控除額を、中央値（380万円）の現行水準である120万円に固定すると、収入による影響はこう変わる。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201168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5F0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年収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5F5F0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現行の給与所得控除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5F5F0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フラット120万円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5F5F0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影響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8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200万円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68万円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120万円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D6282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-52万円（減税）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380万円（中央値）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120万円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120万円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D6282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変化なし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800万円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190万円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120万円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D6282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+70万円（実質増税）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34840"/>
            <a:ext cx="8046720" cy="411480"/>
          </a:xfrm>
          <a:prstGeom prst="roundRect">
            <a:avLst>
              <a:gd name="adj" fmla="val 17778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中央値以下は減税、中央値以上は課税ベースが広がる──「フラット税＝高所得者優遇」への反論材料になる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 / 22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柱③ 社会保障改革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生活保護を「シンプル」に再設計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046720" cy="1280160"/>
          </a:xfrm>
          <a:prstGeom prst="roundRect">
            <a:avLst>
              <a:gd name="adj" fmla="val 5714"/>
            </a:avLst>
          </a:prstGeom>
          <a:solidFill>
            <a:srgbClr val="D62828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支給額 ＝ max（最低賃金の0.8倍、現行の生活保護費の1.2倍）── 高い方を採用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世帯単位ではなく「個人単位」で、人数に応じて支給額を調整する。インフレに応じて自動的に増減する。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74904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1人目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100%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383280" y="374904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2人目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4160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80%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943600" y="374904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3人目以降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4160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50〜60%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 / 22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柱③ 社会保障改革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障害者支援は「より厚く」保証する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働くことが難しい人にも、尊厳ある生活水準を保証する。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8046720" cy="1280160"/>
          </a:xfrm>
          <a:prstGeom prst="roundRect">
            <a:avLst>
              <a:gd name="adj" fmla="val 5714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514600"/>
            <a:ext cx="822960" cy="82296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7" name="Image 0" descr="icons/wheelchai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271211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514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生活保護費の 1.2倍 を保証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374904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D62828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7490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「働ける人は働いた方が得、働けない人も困窮しない」という二段構造を実現する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 / 22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柱④ 社会保障改革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失業給付：デンマーク型フレキシキュリティ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09928"/>
            <a:ext cx="594360" cy="59436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6" name="Image 0" descr="icons/user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852574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45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給付期間：最低3年間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0116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高校教育と同等の「再設計期間」として確保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761488"/>
            <a:ext cx="594360" cy="59436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1" name="Image 1" descr="icons/coin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904134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697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給付額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54480" y="30632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最終勤務3年間と同等（上限：最低賃金の1.5倍＝年600万円）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3813048"/>
            <a:ext cx="594360" cy="59436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6" name="Image 2" descr="icons/usergra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3955694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749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2年目以降：再教育を義務化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54480" y="41148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大学進学の場合は最大4年に延長。インフレに応じて自動調整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13 / 22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柱⑤ 社会保障改革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年金生活者にも「同じ安心」を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国に資産情報を公開（住居1つ以外に資産がない）することを条件に、国民年金に上乗せして、生活保護と同等の水準を保証する。インフレに応じて自動的に増減する。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8046720" cy="1645920"/>
          </a:xfrm>
          <a:prstGeom prst="roundRect">
            <a:avLst>
              <a:gd name="adj" fmla="val 4444"/>
            </a:avLst>
          </a:prstGeom>
          <a:solidFill>
            <a:srgbClr val="D62828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2608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大豪邸に住んでいても、預金や収入がなければ受給可能。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ただし固定資産税が払えず、結果的に自然に淘汰される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高齢者の安心確保と、資産隠しの防止を同時に実現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14 / 22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地域別設計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最低賃金・控除・生活保護を地域ごとに連動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最低賃金はすでに都道府県ごとに違う（全国加重平均1,121円、東京1,163円、最も低い地域は951〜952円）。これを活かし、すべての制度を都道府県別最低賃金から導出する。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都道府県別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最低賃金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（2,000円相当へ）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03320" y="2743200"/>
            <a:ext cx="914400" cy="1463040"/>
          </a:xfrm>
          <a:prstGeom prst="roundRect">
            <a:avLst>
              <a:gd name="adj" fmla="val 8000"/>
            </a:avLst>
          </a:prstGeom>
          <a:solidFill>
            <a:srgbClr val="D62828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2743200"/>
            <a:ext cx="914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× 0.8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212080" y="274320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27432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基礎控除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＝ 生活保護費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（現金一本化）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3246120"/>
            <a:ext cx="457200" cy="4572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12" name="Image 0" descr="icons/arrow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5848" y="3355848"/>
            <a:ext cx="237744" cy="23774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709160" y="3246120"/>
            <a:ext cx="457200" cy="4572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14" name="Image 1" descr="icons/arrow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335584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住宅扶助・医療扶助などの現物給付は廃止し、現金一本化することで、就労者との「不公平感」を解消する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15 / 22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医療制度改革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「収入の保障」と「医療の保障」を分ける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今の制度では「生活保護を受けている人は医療費0円」だが「最低賃金で働き、慢性疾患を抱える人」には自己負担が発生する──同じ病気でも、所得の「立ち位置」によって負担が変わってしまう。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931920" cy="1783080"/>
          </a:xfrm>
          <a:prstGeom prst="roundRect">
            <a:avLst>
              <a:gd name="adj" fmla="val 4103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17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収入保障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基礎控除＝生活保護＝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最低賃金×0.8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「お金」の問題。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生活保護かどうかで区別しない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2880360"/>
            <a:ext cx="3931920" cy="1783080"/>
          </a:xfrm>
          <a:prstGeom prst="roundRect">
            <a:avLst>
              <a:gd name="adj" fmla="val 4103"/>
            </a:avLst>
          </a:prstGeom>
          <a:solidFill>
            <a:srgbClr val="D62828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3017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医療セーフティネット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34747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所得パーセンタイル別の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連続的な負担率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「病気」の問題。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生活保護かどうかで区別しない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16 / 22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医療制度改革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医療費の負担率は、所得で連続的に変わる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「年齢」で3段階に分かれている今の医療費負担率を、「所得パーセンタイル（生活保護・年金収入含む）」に置き換え、1%刻みで連続的に変化させる。負担率＝10%＋（所得パーセンタイル÷100）×20%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8046720" cy="2194560"/>
          </a:xfrm>
          <a:prstGeom prst="roundRect">
            <a:avLst>
              <a:gd name="adj" fmla="val 3333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4206240"/>
            <a:ext cx="7406640" cy="0"/>
          </a:xfrm>
          <a:prstGeom prst="line">
            <a:avLst/>
          </a:prstGeom>
          <a:noFill/>
          <a:ln w="12700">
            <a:solidFill>
              <a:srgbClr val="2E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57477" y="3834384"/>
            <a:ext cx="414772" cy="371856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8" name="Text 6"/>
          <p:cNvSpPr/>
          <p:nvPr/>
        </p:nvSpPr>
        <p:spPr>
          <a:xfrm>
            <a:off x="1574597" y="2679192"/>
            <a:ext cx="7805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8877" y="4251960"/>
            <a:ext cx="8719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所得下位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1045" y="3648456"/>
            <a:ext cx="414772" cy="55778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1" name="Text 9"/>
          <p:cNvSpPr/>
          <p:nvPr/>
        </p:nvSpPr>
        <p:spPr>
          <a:xfrm>
            <a:off x="2878165" y="2679192"/>
            <a:ext cx="7805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15%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32445" y="4251960"/>
            <a:ext cx="8719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25%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64614" y="3462528"/>
            <a:ext cx="414772" cy="743712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4181734" y="2679192"/>
            <a:ext cx="7805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36014" y="4251960"/>
            <a:ext cx="8719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8183" y="3276600"/>
            <a:ext cx="414772" cy="92964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5303" y="2679192"/>
            <a:ext cx="7805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25%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39583" y="4251960"/>
            <a:ext cx="8719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75%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71751" y="3090672"/>
            <a:ext cx="414772" cy="111556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0" name="Text 18"/>
          <p:cNvSpPr/>
          <p:nvPr/>
        </p:nvSpPr>
        <p:spPr>
          <a:xfrm>
            <a:off x="6788871" y="2679192"/>
            <a:ext cx="7805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43151" y="4251960"/>
            <a:ext cx="8719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所得上位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17 / 22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社会保険料改革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社会保険料を、30% → 22〜23%へ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最低賃金2,000円で所得を上げ、消費税15%は維持したまま、3年後の財政黒字（+3〜5兆円）と合わせた16〜18兆円を財源に、労使合計の社会保険料を引き下げる。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現在の社会保険料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（労使合計）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約30%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160520" y="3291840"/>
            <a:ext cx="548640" cy="5486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9" name="Image 0" descr="icons/arrow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2194" y="3423514"/>
            <a:ext cx="285293" cy="28529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212080" y="2606040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D62828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1208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改革後の社会保険料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（労使合計）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12080" y="33375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約22〜23%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企業の人件費増加を一部相殺しつつ、労働者の手取りも増える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18 / 22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全体構造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3つの軸が同時に動く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160020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60020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所得を上げる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最低賃金2,000円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（中央値380万円水準へ）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1691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6616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消費税を上げる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5146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10% → 15%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（これ以上は上げない）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1691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社会保障費を下げる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5146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社会保険料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30% → 22〜23%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8046720" cy="1371600"/>
          </a:xfrm>
          <a:prstGeom prst="roundRect">
            <a:avLst>
              <a:gd name="adj" fmla="val 5333"/>
            </a:avLst>
          </a:prstGeom>
          <a:solidFill>
            <a:srgbClr val="D62828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8328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最低賃金UP → ゾンビ企業退場 → 人材が優良企業に集約 → 生産性UP → 税収増 → 失業者は3年間の給付＋再教育で再就職 → 3年後に財政黒字転換 → インフレ連動で全制度が自動調整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19 / 22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財源試算①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移行初年度の収支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8046720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5F0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項目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5F5F0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金額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82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失業給付拡充（200万人×300万円）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D6282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+6兆円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障害者支援上乗せ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D6282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+0.5兆円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年金上乗せ（500万人×60万円）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D6282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+3兆円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歳出増合計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D6282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+9.5兆円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消費税増収（10%→15%）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D6282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+13兆円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フラット税による減収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D6282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-6.5兆円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歳入増合計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D6282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+6.5兆円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2628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D62828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初年度収支：▲3兆円（赤字）── 移行期は国債10〜15兆円で対応し、3年後の黒字で返済する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 / 22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財源試算②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移行完了3年後の収支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8046720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21945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5F0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項目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5F5F0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金額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82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ゾンビ企業向け補助金削減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D6282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-3〜4兆円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生活保護適正化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D6282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-1兆円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行政コスト削減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D6282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-0.5兆円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最低賃金上昇による所得税・社保増収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D6282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+8〜10兆円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消費拡大による消費税増収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D6282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+3兆円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生産性向上による法人税増収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D6282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+2〜3兆円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8056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D62828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4805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3年後収支：+3〜5兆円（黒字転換）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21 / 22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REBOOT </a:t>
            </a:r>
            <a:pPr indent="0" marL="0">
              <a:buNone/>
            </a:pPr>
            <a:r>
              <a:rPr lang="en-US" sz="1400" b="1" spc="4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JAPAN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840480" y="1005840"/>
            <a:ext cx="1463040" cy="14630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4" name="Image 0" descr="icons/handshake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610" y="1356970"/>
            <a:ext cx="760781" cy="7607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6060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頑張る人が、</a:t>
            </a:r>
            <a:endParaRPr lang="en-US" sz="3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100%報われる社会へ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提言001 ── 日本再起動（REBOOT）プラン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REBOOT JAPAN ── 市民による・市民のための政策提言プラットフォーム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提言001 日本再起動（REBOOT）プラン</dc:title>
  <dc:subject>PptxGenJS Presentation</dc:subject>
  <dc:creator>REBOOT JAPAN</dc:creator>
  <cp:lastModifiedBy>REBOOT JAPAN</cp:lastModifiedBy>
  <cp:revision>1</cp:revision>
  <dcterms:created xsi:type="dcterms:W3CDTF">2026-06-15T12:02:57Z</dcterms:created>
  <dcterms:modified xsi:type="dcterms:W3CDTF">2026-06-15T12:02:57Z</dcterms:modified>
</cp:coreProperties>
</file>