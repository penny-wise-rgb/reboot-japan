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" y="1508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74320" y="25146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深掘り編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税制・社会保障の再設計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3611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累進課税という「努力への罰」から始まる、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中央値を基準にした税・社会保障の統合設計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640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発想の起点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960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「累進課税は努力への罰だが、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財源効果は実は小さい」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206240" y="2103120"/>
            <a:ext cx="164592" cy="164592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2029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中央値380万円 ＝ 最低賃金2,000円という整合性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578608"/>
            <a:ext cx="164592" cy="164592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25054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フラット税率＋フラット控除の設計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3054096"/>
            <a:ext cx="164592" cy="164592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980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都道府県別最低賃金から導く基礎控除・生活保護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3529584"/>
            <a:ext cx="164592" cy="164592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3456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医療を「収入保障」から分離し所得連続負担率へ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4005072"/>
            <a:ext cx="164592" cy="164592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社会保険料 30%→22〜23%、消費税は15%維持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発想の起点 01 /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累進課税は「努力への罰」だが、財源効果は小さい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国税収入75.2兆円の構成（2024年度）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267358" cy="457200"/>
          </a:xfrm>
          <a:prstGeom prst="rect">
            <a:avLst/>
          </a:prstGeom>
          <a:solidFill>
            <a:srgbClr val="D62828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1267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消費税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70278" y="1554480"/>
            <a:ext cx="1075334" cy="457200"/>
          </a:xfrm>
          <a:prstGeom prst="rect">
            <a:avLst/>
          </a:prstGeom>
          <a:solidFill>
            <a:srgbClr val="2E2E2E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0278" y="1554480"/>
            <a:ext cx="10753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所得税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45613" y="1554480"/>
            <a:ext cx="921715" cy="457200"/>
          </a:xfrm>
          <a:prstGeom prst="rect">
            <a:avLst/>
          </a:prstGeom>
          <a:solidFill>
            <a:srgbClr val="555555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5613" y="1554480"/>
            <a:ext cx="9217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法人税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67328" y="1554480"/>
            <a:ext cx="576072" cy="457200"/>
          </a:xfrm>
          <a:prstGeom prst="rect">
            <a:avLst/>
          </a:prstGeom>
          <a:solidFill>
            <a:srgbClr val="3A3A3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554480"/>
            <a:ext cx="576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その他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2402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350008"/>
            <a:ext cx="1874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02920" y="301980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給与800万円超の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給与所得者の割合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22402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2350008"/>
            <a:ext cx="1874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58.4%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468880" y="301980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この層が占める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所得税額の割合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749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残り88.3%の人（平均的なサラリーマン含む）が払う所得税は、全体の41.6%のみ。所得税28%×41.6%≈国税収入の約12%。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114300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D62828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26280" y="13716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約12%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4526280" y="2423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平均的な収入の人の所得税が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国全体の税収に占める割合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3246120"/>
            <a:ext cx="347472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38328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累進課税は「努力すればするほど税率が上がる」という強い心理的ペナルティを平均的な人にも与えているが、財源として得られている金額はごく一部に過ぎない。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ただし正直に言うと、フラット税で最も恩恵を受けるのは高所得層。だからこそ「控除のフラット化」とセットで設計する（スライド5で詳述）。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発想の起点 02 /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中央値の実効税率はわずか2.0%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4114800" cy="3703320"/>
          </a:xfrm>
          <a:prstGeom prst="roundRect">
            <a:avLst>
              <a:gd name="adj" fmla="val 197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実効税率の計算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年収中央値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380万円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21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給与所得控除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121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120万円（380×20%+44）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51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基礎控除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551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48万円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9809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社会保険料控除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9809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57万円（概算）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＝ 課税所得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3410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155万円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所得税率5%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7.75万円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370832"/>
            <a:ext cx="374904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62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実効税率 ＝ 7.75万円 ÷ 380万円 ≈ 2.0%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11430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6280" y="1252728"/>
            <a:ext cx="20116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526280" y="207340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中央値の実効税率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242864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課税所得155万円に対して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114300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1252728"/>
            <a:ext cx="201168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4.75兆円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629400" y="207340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全体に適用した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所得税収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242864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232.9兆円×2.0%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26280" y="2971800"/>
            <a:ext cx="4114800" cy="1600200"/>
          </a:xfrm>
          <a:prstGeom prst="roundRect">
            <a:avLst>
              <a:gd name="adj" fmla="val 4571"/>
            </a:avLst>
          </a:prstGeom>
          <a:solidFill>
            <a:srgbClr val="D628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26280" y="3108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減収 ≈ 7.3兆円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2628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（現行所得税収12.0兆円 − 4.75兆円）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既存プランの「フラット税による減収 −6.5兆円」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とほぼ一致。新たな財源負担ではなく、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すでに想定済みのコストであることを裏付ける。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正直な視点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フラット税で最も恩恵を受けるのは誰か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4572000" cy="3474720"/>
          </a:xfrm>
          <a:prstGeom prst="roundRect">
            <a:avLst>
              <a:gd name="adj" fmla="val 210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年収別・フラット税2.0%の影響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現行実効税率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フラット2.0%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16916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恩恵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075688"/>
            <a:ext cx="420624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128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380万円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（中央値）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258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約2.0%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2585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22585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ゼロ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7249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600万円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7706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約8〜10%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770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27706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▲6〜8pt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2369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800万円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32826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約12〜15%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2826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32826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▲10〜13pt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749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1,500万円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3794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約22〜25%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794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0" y="37947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▲20〜23pt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2611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3,000万円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43068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約30〜35%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43068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43068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▲28〜33pt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57800" y="11430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D628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4068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正直に認める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166420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フラット税率2.0%への移行で最も大きく減税されるのは、現在高い税率を払っている高所得層。「フラット税＝高所得者優遇」という批判は正当。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57800" y="28803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40680" y="29992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だからこそセットで設計する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3337560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フラット税率（2.0%）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→ 累進の撤廃。努力への罰をなくす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フラット控除（120万円固定）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→ 高所得者の課税ベースを拡大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→ 税率は下がるが課税所得は増える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組み合わせて高所得者優遇批判を緩和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整合性の発見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中央値380万円 ＝ 最低賃金2,000円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8138160" cy="1554480"/>
          </a:xfrm>
          <a:prstGeom prst="roundRect">
            <a:avLst>
              <a:gd name="adj" fmla="val 4706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2,000円</a:t>
            </a:r>
            <a:pPr algn="ctr" indent="0" marL="0">
              <a:buNone/>
            </a:pPr>
            <a:r>
              <a:rPr lang="en-US" sz="2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8時間 × 20日 × 12ヶ月 ＝ </a:t>
            </a:r>
            <a:pPr algn="ctr" indent="0" marL="0">
              <a:buNone/>
            </a:pPr>
            <a:r>
              <a:rPr lang="en-US" sz="28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384万円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年収中央値 380万円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底上げの意味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410712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最低賃金労働者を中央値水準へ引き上げる。ただしこれは「スタート地点の底上げ」であり、今の中央値付近の人の給与が自動的に上がるわけではない。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9718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中間層への波及メカニズム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410712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最低賃金↑→賃金格差縮小→企業は中間層も賃上げせざるを得ない（フロア効果）。さらにゾンビ企業退場→高生産性企業へ人材集約→全体の賃金水準が上昇。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9718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残る課題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410712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労働組合・団体交渉の機能強化など、制度的な賃金交渉の仕組みが必要。最低賃金引き上げは「必要条件」であって「十分条件」ではない。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税制再設計 01 /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給与所得控除も「フラット」にする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給与所得控除とは「みなし経費」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通勤・スーツ・カバン等、会社員が仕事のために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最低限必要なものを概算で控除する仕組み。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年収800万円の人も400万円の人も、機能的に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必要なものはほぼ同じ。差はブランド・ランク＝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「個人の消費」であって「仕事の経費」ではない。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フラット（固定額）にすべき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364992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基礎控除と同様、給与所得控除も全員一律の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固定額にする。中央値380万円の現行控除額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120万円を、全員共通のフラット額として設定。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143000"/>
            <a:ext cx="4114800" cy="3703320"/>
          </a:xfrm>
          <a:prstGeom prst="roundRect">
            <a:avLst>
              <a:gd name="adj" fmla="val 197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フラット控除120万円の効果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年収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現行控除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16916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1691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057400"/>
            <a:ext cx="374904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660904"/>
            <a:ext cx="3931920" cy="45720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1488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0644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68万円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21488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21488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−52万円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7157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380万円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06440" y="2715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27157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27157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変化なし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2826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800万円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32826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190万円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2826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328269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+70万円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886200"/>
            <a:ext cx="374904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977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中央値以下は減税、中央値以上は課税ベースが拡大。「フラット税率＝高所得者優遇」という批判に対し、控除のフラット化が反論材料になる。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税制再設計 02 /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地域別設計：最低賃金から全てを導出する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52728"/>
            <a:ext cx="2606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1,121円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192252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全国加重平均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最低賃金（2025年度）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52728"/>
            <a:ext cx="2606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1,163円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192252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東京都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（最高）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97880" y="1252728"/>
            <a:ext cx="260604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951〜952円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897880" y="192252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最低水準の県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（約1.22倍の差）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D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432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都道府県別最低賃金（現行の地域差を維持して2,000円相当へ再設定）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× 0.8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基礎控除 ＝ 生活保護費（現金一本化・都道府県ごとに変動）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最低賃金はすでに都道府県別管理 → 新たな行政コストなし／東京は2,000円超、地方は1,600〜1,800円程度のイメージ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生活保護の再設計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現物給付を廃止し、現金一本化する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現行制度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2E2E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生活扶助（現金）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23160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2E2E2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住宅扶助（現物）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063240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2E2E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医療扶助（医療費0円）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703320"/>
            <a:ext cx="3474720" cy="502920"/>
          </a:xfrm>
          <a:prstGeom prst="roundRect">
            <a:avLst>
              <a:gd name="adj" fmla="val 9091"/>
            </a:avLst>
          </a:prstGeom>
          <a:solidFill>
            <a:srgbClr val="2E2E2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交通費補助等（現物）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118872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D62828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REBOOTプラン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182880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5F5F0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現金一本化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7492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基礎控除 ＝ 生活保護 ＝ 最低賃金×0.8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医療費保障は別建てへ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（次セクション「医療セーフティネットの分離」）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3657600"/>
            <a:ext cx="338328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7490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住宅扶助・交通費補助・医療費無料などの「現物による優遇」を廃止し、すべて現金給付に一本化することで、就労者との不公平感（「生活保護の方が得」）を解消する。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医療セーフティネット 01 /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発見された矛盾：同じ病気でも負担額が違う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生活保護受給者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0円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（医療扶助により全額免除）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最低賃金で働く慢性疾患の人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148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3割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（高額療養費制度はあるが自己負担あり）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D62828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5204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同じ病気・同じ治療なのに、所得の「位置」によって負担額が全く違う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→「生活保護というワンパッケージ」が「収入保障」と「医療保障」を混在させていることが原因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医療セーフティネット 02 /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「お金の問題」と「病気の問題」を分離する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収入保障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「お金」の問題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3566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688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基礎控除 ＝ 生活保護 ＝ 最低賃金×0.8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生活保護を受けているかどうかで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区別しない。すべての人が同じ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基準で収入を保障される。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D62828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医療セーフティネット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「病気」の問題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2331720"/>
            <a:ext cx="356616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4688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所得パーセンタイル別の連続的負担率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（次スライドで詳述）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生活保護かどうかで区別しない。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「治療内容」と「所得」だけで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医療負担が決まる。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医療セーフティネット 03 /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医療費負担率：年齢ではなく所得パーセンタイルで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現行制度はすでに3段階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75歳以上：10%／70〜74歳：20%／70歳未満：30%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この「年齢による3段階」を「所得パーセンタイル」に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置き換え、さらに1%刻みで連続化する。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D6282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51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医療費負担率 = 10% ＋ (所得パーセンタイル÷100) × 20%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技術的な実現可能性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142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マイナ保険証＋マイナンバーで前年所得から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自動算出。限度額適用認定証など既存基盤の延長。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1430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負担率の連続的変化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783080"/>
            <a:ext cx="18288" cy="237744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4160520"/>
            <a:ext cx="3566160" cy="1828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368040"/>
            <a:ext cx="457200" cy="7924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3093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4206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2971800"/>
            <a:ext cx="457200" cy="118872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2697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0" y="4206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2575560"/>
            <a:ext cx="457200" cy="158496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301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4206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2179320"/>
            <a:ext cx="457200" cy="198120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0" y="190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6600" y="4206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46720" y="1783080"/>
            <a:ext cx="457200" cy="237744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7909560" y="15087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09560" y="4206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4480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所得パーセンタイル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医療セーフティネット 04 / 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財政インパクト：総額はほぼ変わらない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3840480" cy="3429000"/>
          </a:xfrm>
          <a:prstGeom prst="roundRect">
            <a:avLst>
              <a:gd name="adj" fmla="val 21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現行（年齢ベース）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〜69歳（48%）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約6.9兆円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70〜74歳（13%）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約1.2兆円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75歳以上（39%）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約1.9兆円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347472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国民医療費 48.0兆円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患者負担 約10.0兆円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09160" y="114300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D62828"/>
          </a:solidFill>
          <a:ln/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新方式（所得ベース・連続10〜30%）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737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所得分布が一様なら、平均負担率は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レンジの中間値＝20%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48.0兆円 × 20%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2926080"/>
            <a:ext cx="356616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063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患者負担 約9.6兆円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9204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現行10.0兆円とほぼ同じ。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総額は財政中立に近いが、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「誰が払うか」が大きく変わる。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補足：影響分析 01 /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「誰が払うか」の再配分 ── 高齢者の場合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現行制度の所得構成（75歳以上）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約73%：所得200万円未満 → 現行1割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約20%：所得200万円程度 → 2割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約7%：所得340万円以上（現役並み） → 3割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大多数（73%）は中央値380万円より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 大幅に低い所得層。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3840480" cy="1691640"/>
          </a:xfrm>
          <a:prstGeom prst="roundRect">
            <a:avLst>
              <a:gd name="adj" fmla="val 432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1821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新方式での予想される変化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所得200万円未満（パーセンタイル30%未満）の層は、新負担率10〜16%程度（現行10%からの上昇は小さい）。3割に近づくのはパーセンタイル90%以上＝現行の「現役並み所得者」とほぼ同じ層のみ。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26280" y="114300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691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「年齢で1割だった人」の多くは、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新方式でも10〜16%程度に収まる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09160" y="2514600"/>
            <a:ext cx="374904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急激な負担増になるのは、もともと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高所得・高年金だった少数の高齢者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（現行の「現役並み所得者」7%相当）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のみに限定される。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3794760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D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※「所得のみ」か「資産も含む」かで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結果は変わる（要検討）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補足：影響分析 02 /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「誰が払うか」の再配分 ── 生活保護者の場合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5272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1.8兆円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0985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医療扶助費総額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6339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国庫負担13,771億円から逆算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5272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0.18兆円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00400" y="20985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新たな自己負担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（10%適用時）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46339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全体財源の2%未満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97880" y="11430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125272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月7,500円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897880" y="20985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受給者1人当たり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平均負担額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246339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200万人で割った場合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063240"/>
            <a:ext cx="4069080" cy="1691640"/>
          </a:xfrm>
          <a:prstGeom prst="roundRect">
            <a:avLst>
              <a:gd name="adj" fmla="val 432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1821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マクロ・ミクロでの評価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52044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クロ：歳出増+9.5兆円の枠組みの中で0.18兆円は2%未満。財政全体への影響は限定的。ミクロ：平均的な利用なら月7,500円程度。生活保護費の増額分（基礎控除＝最低賃金×0.8への引き上げ）の範囲内で吸収可能な水準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残るリスク：重病・慢性疾患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5204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人工透析・がん治療など高額医療が必要な人は、10%でも実額が大きい（月50万円の治療で月5万円）。→ 高額療養費制度の上限額自体も所得パーセンタイル連動にする必要がある（パーセンタイルが低いほど上限も低く）。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社会保険料改革 01 /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社会保険料 30% → 22〜23% への引き下げ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52728"/>
            <a:ext cx="26060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02311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現状の社会保険料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（労使合計）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厚生年金18.3%＋健保等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252728"/>
            <a:ext cx="26060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22〜23%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57600" y="202311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目標水準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3591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消費税15%は維持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55080" y="1143000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252728"/>
            <a:ext cx="2240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232.9兆円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55080" y="202311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給与総額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3591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（令和5年）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813816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063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引き下げに使える財源（消費税15%を維持する前提）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消費税10%→15%による増収（既存プラン）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3520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+13兆円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3年後の財政黒字（移行完了時点）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+3〜5兆円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777240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98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 16〜18兆円 ÷ 232.9兆円 ≈ 6.9〜7.7ポイント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社会保険料改革 02 /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3つの軸が同時に動く統合改革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D6282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61872"/>
            <a:ext cx="64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1732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所得を上げる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最低賃金 2,000円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1261872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中央値380万円水準へ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2E2E2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423160"/>
            <a:ext cx="64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17320" y="2441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消費税を上げる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852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15%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423160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既存プランどおり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これ以上は上げない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65576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2E2E2E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584448"/>
            <a:ext cx="640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417320" y="3602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社会保障費を下げる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0142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社会保険料 30% → 22〜23%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584448"/>
            <a:ext cx="3063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労使合計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①により企業の人件費は上がるが、③で社会保険料負担が下がることで企業のトータル人件費の増加を一部相殺できる。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労働者側も手取りが増え、消費が拡大 → 消費税収・所得税収のさらなる増加という好循環が期待される（保守的な試算のため未算入）。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深掘り編のまとめ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18288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27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累進課税の実態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8562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平均的な人の所得税は税収の約12%。フラット化の減収7.3兆円は既存試算と一致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527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中央値の整合性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8562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中央値380万円 ＝ 最低賃金2,000円。税制と賃金が同じ基準点に収束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670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フラット控除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992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給与所得控除も120万円で固定。中央値以下は減税、以上は課税ベース拡大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5603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670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地域別設計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9992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都道府県別最低賃金×0.8 ＝ 基礎控除 ＝ 生活保護（現金一本化）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813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医療の分離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1422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所得パーセンタイル連続負担率（10〜30%）。財政中立かつ公平な再配分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703320"/>
            <a:ext cx="4069080" cy="1005840"/>
          </a:xfrm>
          <a:prstGeom prst="roundRect">
            <a:avLst>
              <a:gd name="adj" fmla="val 7273"/>
            </a:avLst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3813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社会保険料改革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4142232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30%→22〜23%。消費税15%維持＋3年後黒字で財源確保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709160"/>
            <a:ext cx="8138160" cy="411480"/>
          </a:xfrm>
          <a:prstGeom prst="roundRect">
            <a:avLst>
              <a:gd name="adj" fmla="val 13333"/>
            </a:avLst>
          </a:prstGeom>
          <a:solidFill>
            <a:srgbClr val="D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残る論点：高額療養費制度の所得連動設計／資産を含めた所得パーセンタイル算出／社会保険料の内訳設計（年金・医療・雇用・介護）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日本再起動（REBOOT）プラン ── 深掘り編：税制・社会保障の再設計</dc:title>
  <dc:subject>PptxGenJS Presentation</dc:subject>
  <dc:creator>PptxGenJS</dc:creator>
  <cp:lastModifiedBy>PptxGenJS</cp:lastModifiedBy>
  <cp:revision>1</cp:revision>
  <dcterms:created xsi:type="dcterms:W3CDTF">2026-06-17T10:11:15Z</dcterms:created>
  <dcterms:modified xsi:type="dcterms:W3CDTF">2026-06-17T10:11:15Z</dcterms:modified>
</cp:coreProperties>
</file>